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228600" cy="2286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Transaction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rial"/>
              </a:rPr>
              <a:t>End-to-End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D3EE"/>
                </a:solidFill>
                <a:latin typeface="Arial"/>
              </a:rPr>
              <a:t>Isolation Forest + XGBoost + FastAPI + 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rial"/>
              </a:rPr>
              <a:t>April 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Built with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01  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556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02 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11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03  Data Quality — 12 Validation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066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04  Feature Engineering — 21 New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82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05  Model Results — Isolation Forest &amp; 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06  FastAPI Inference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3308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07  Test Coverage — 49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08575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08  EDA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84063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09  JIRA &amp; Confluence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59551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10  Summary &amp;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Problem Statement &amp;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Detect fraudulent transactions in real-time from tabular features without manual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10,000 synthetic transactions (9,500 normal + 500 anomalous) — 5% anomaly rate, seed=42.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/>
              </a:rPr>
              <a:t>Fraud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5 attack types: large-amount, micro card-testing, card-not-present,
rapid sequential, foreign unusual.</a:t>
            </a:r>
          </a:p>
        </p:txBody>
      </p:sp>
      <p:pic>
        <p:nvPicPr>
          <p:cNvPr id="10" name="Picture 9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40494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25880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scripts/generate_data.py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258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10K synthetic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src/ingest.py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0312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clean.parquet — schema validation, cleaning, derived 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80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eda.py / features.py / validate.py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8803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5 charts, 21 features, 12 data quality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src/train.py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576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Isolation Forest + XGBoost — pkl + metrics.json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34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src/api.py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348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FastAPI: /predict /predict/batch /health /metrics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79"/>
            <a:ext cx="146304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Stage 5/6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12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rial"/>
              </a:rPr>
              <a:t>tests/unit + tests/e2e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212079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39 pytest + 10 Playwright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Data Quality — 12 Validation Checks (12/12 Pass)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Row count ≥ 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10,000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2344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Required columns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13/13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No nulls in critical 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0 nulls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1488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Amount in (0, 100K]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Unique transaction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0 duplicates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0632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Timestamps non-null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7639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Anomaly rate 1%–15%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5.0%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977639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hour_of_day in [0, 23]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920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day_of_week in [0, 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8920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num_prev_txn_1h ≥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064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merchant_category 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All rows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5806440"/>
            <a:ext cx="521208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1F2937"/>
                </a:solidFill>
                <a:latin typeface="Arial"/>
              </a:rPr>
              <a:t>  Normal median $5–$1,000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rial"/>
              </a:rPr>
              <a:t>$32.56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Feature Engineering — 21 New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83464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Time (6)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hour_sin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hour_cos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8833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dow_sin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18103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dow_cos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4787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is_business_hours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834640" cy="4572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Statistical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amount_zscore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58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amount_log_ratio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8833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amount_squared_log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83464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Velocity (5)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customer_txn_count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258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customer_avg_amount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8833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customer_amount_std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118103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customer_max_amount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54787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amount_vs_customer_avg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234440"/>
            <a:ext cx="2834640" cy="457200"/>
          </a:xfrm>
          <a:prstGeom prst="rect">
            <a:avLst/>
          </a:prstGeom>
          <a:solidFill>
            <a:srgbClr val="713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Categorical (7)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cat_grocery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58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cat_gas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8833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118103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cat_restaurant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54787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cat_travel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40740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• merchant_risk_score</a:t>
            </a:r>
          </a:p>
        </p:txBody>
      </p:sp>
      <p:pic>
        <p:nvPicPr>
          <p:cNvPr id="29" name="Picture 28" descr="02_feature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480560"/>
            <a:ext cx="11521440" cy="9217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Model Results — Isolation Forest + XGBoost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5303520" cy="5212080"/>
          </a:xfrm>
          <a:prstGeom prst="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XGBoost (Supervised)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F1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1.0000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1.0000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1.0000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1.0000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Avg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1.0000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5303520" cy="5212080"/>
          </a:xfrm>
          <a:prstGeom prst="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53035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Isolation Forest (Unsupervised)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F2937"/>
                </a:solidFill>
                <a:latin typeface="Arial"/>
              </a:rPr>
              <a:t>0.6364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Arial"/>
              </a:rPr>
              <a:t>0.9861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F2937"/>
                </a:solidFill>
                <a:latin typeface="Arial"/>
              </a:rPr>
              <a:t>0.6429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F2937"/>
                </a:solidFill>
                <a:latin typeface="Arial"/>
              </a:rPr>
              <a:t>0.6300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Avg 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F2937"/>
                </a:solidFill>
                <a:latin typeface="Arial"/>
              </a:rPr>
              <a:t>0.7179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FastAPI Inference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05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rial"/>
              </a:rPr>
              <a:t>/health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Liveness probe — returns status + models_loaded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005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rial"/>
              </a:rPr>
              <a:t>/metrics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Model evaluation metrics (F1, AUC, precision, recall)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1005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rial"/>
              </a:rPr>
              <a:t>/feature-schema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39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List of 21 engineered features with dtypes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59"/>
            <a:ext cx="1005840" cy="384048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6615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rial"/>
              </a:rPr>
              <a:t>/predict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59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Single transaction → is_anomaly + anomaly_probability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79"/>
            <a:ext cx="1005840" cy="384048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rial"/>
              </a:rPr>
              <a:t>/predict/batch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97679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Batch transactions → predictions[] + anomaly_count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D3EE"/>
                </a:solidFill>
                <a:latin typeface="Arial"/>
              </a:rPr>
              <a:t>Every response includes request_id (UUID4) + timestamp (ISO-8601 UTC)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Test Coverage — 49 Tests (39 Unit + 10 E2E)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Arial"/>
              </a:rPr>
              <a:t>Unit Tests (pytest)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83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test_api.py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830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14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83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All endpoints via FastAPI TestClient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41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test_ingest.py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14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41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Schema validation, cleaning, derived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9981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test_features.py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99815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10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09981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Time, statistical, velocity, 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581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test_validate.py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5818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5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581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All 12 data quality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Arial"/>
              </a:rPr>
              <a:t>E2E Tests (Playwright + Chromium)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Health endpoint via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128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Health page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4261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Swagger /docs page 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723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Normal transaction → is_anomaly=0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0215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Anomaly transaction → is_anomaly=1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Predict endpoint 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6168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Batch prediction (2 items)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9145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Metrics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2122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Metrics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6509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✓  Feature schema endpoint</a:t>
            </a:r>
          </a:p>
        </p:txBody>
      </p:sp>
      <p:pic>
        <p:nvPicPr>
          <p:cNvPr id="28" name="Picture 27" descr="02_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663440"/>
            <a:ext cx="5852160" cy="5006340"/>
          </a:xfrm>
          <a:prstGeom prst="rect">
            <a:avLst/>
          </a:prstGeom>
        </p:spPr>
      </p:pic>
      <p:pic>
        <p:nvPicPr>
          <p:cNvPr id="29" name="Picture 28" descr="04_metrics_end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663440"/>
            <a:ext cx="5486400" cy="3086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EDA Insights — 5 Visualisations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3749039" cy="2677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5029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Class Distribution</a:t>
            </a:r>
          </a:p>
        </p:txBody>
      </p:sp>
      <p:pic>
        <p:nvPicPr>
          <p:cNvPr id="6" name="Picture 5" descr="04_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3749039" cy="156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60520" y="5029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Amount: Normal vs Anomaly</a:t>
            </a:r>
          </a:p>
        </p:txBody>
      </p:sp>
      <p:pic>
        <p:nvPicPr>
          <p:cNvPr id="8" name="Picture 7" descr="05_time_series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749039" cy="13389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029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Time Series Trend</a:t>
            </a:r>
          </a:p>
        </p:txBody>
      </p:sp>
      <p:pic>
        <p:nvPicPr>
          <p:cNvPr id="10" name="Picture 9" descr="03_missing_valu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5303520"/>
            <a:ext cx="5760720" cy="4320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  JIRA &amp; Confluence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00584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258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Arial"/>
              </a:rPr>
              <a:t>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258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Transaction Anomaly Detection ML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92807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9280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92807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Data generation: synthetic 10K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59736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597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5973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Data ingestion &amp; preprocessing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26664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2666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Feature engineering: 21 new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93592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93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935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Model training: Isolation Forest + 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16052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FastAPI inference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27448"/>
            <a:ext cx="1005840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ADP-14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27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7490"/>
                </a:solidFill>
                <a:latin typeface="Arial"/>
              </a:rPr>
              <a:t>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72744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Test suite: 39 unit + 10 Playwright e2e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/>
              </a:rPr>
              <a:t>Sprint 1 - Anomaly Pipeline: Apr 17 – Apr 30,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Confluence: Transaction Anomaly Detection Pipeline
Space: CR (ML Engineering)</a:t>
            </a:r>
          </a:p>
        </p:txBody>
      </p:sp>
      <p:pic>
        <p:nvPicPr>
          <p:cNvPr id="27" name="Picture 26" descr="01_health_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86000"/>
            <a:ext cx="3657600" cy="2057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rial"/>
              </a:rPr>
              <a:t>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10,000 synthetic transactions generated (5 fraud patterns)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671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12/12 data quality validation checks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426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21 engineered features (time, statistical, velocity, categorical)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181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XGBoost: F1=1.0, ROC-AUC=1.0 | Isolation Forest: AUC=0.986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935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FastAPI: 5 endpoints, request_id + timestamp on every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39 unit tests + 10 Playwright e2e tests — all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445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JIRA: Epic ADP-8 + 6 stories in Sprint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00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✓  Confluence page published in CR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rial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Deploy to Kubernetes with Helm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58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Add SHAP explainability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254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Integrate streaming (Kafka) for real-time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92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A/B testing framework for model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593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Add Autoencoder as third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→  Grafana dashboard for anomaly rate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Built with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